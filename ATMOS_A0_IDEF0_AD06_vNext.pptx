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058400" cy="777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5176" y="3392424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7592" y="3392424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>
            <a:stCxn id="2" idx="0"/>
            <a:endCxn id="3" idx="0"/>
          </p:cNvCxnSpPr>
          <p:nvPr/>
        </p:nvCxnSpPr>
        <p:spPr>
          <a:xfrm>
            <a:off x="274320" y="3401568"/>
            <a:ext cx="1042415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265176" y="3739895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07592" y="3739895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>
            <a:stCxn id="5" idx="0"/>
            <a:endCxn id="6" idx="0"/>
          </p:cNvCxnSpPr>
          <p:nvPr/>
        </p:nvCxnSpPr>
        <p:spPr>
          <a:xfrm>
            <a:off x="274320" y="3749039"/>
            <a:ext cx="1042415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265176" y="1563624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739128" y="1563624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739128" y="1965960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940296" y="1965960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>
            <a:stCxn id="8" idx="0"/>
            <a:endCxn id="9" idx="0"/>
          </p:cNvCxnSpPr>
          <p:nvPr/>
        </p:nvCxnSpPr>
        <p:spPr>
          <a:xfrm>
            <a:off x="274320" y="1572768"/>
            <a:ext cx="6473952" cy="0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>
            <a:stCxn id="9" idx="0"/>
            <a:endCxn id="10" idx="0"/>
          </p:cNvCxnSpPr>
          <p:nvPr/>
        </p:nvCxnSpPr>
        <p:spPr>
          <a:xfrm>
            <a:off x="6748272" y="1572768"/>
            <a:ext cx="0" cy="402336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>
            <a:stCxn id="10" idx="0"/>
            <a:endCxn id="11" idx="0"/>
          </p:cNvCxnSpPr>
          <p:nvPr/>
        </p:nvCxnSpPr>
        <p:spPr>
          <a:xfrm>
            <a:off x="6748272" y="1975104"/>
            <a:ext cx="201167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265176" y="4361688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496312" y="4361688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496312" y="3776471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642616" y="3776471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>
            <a:stCxn id="15" idx="0"/>
            <a:endCxn id="16" idx="0"/>
          </p:cNvCxnSpPr>
          <p:nvPr/>
        </p:nvCxnSpPr>
        <p:spPr>
          <a:xfrm>
            <a:off x="274320" y="4370832"/>
            <a:ext cx="2231136" cy="0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>
            <a:stCxn id="16" idx="0"/>
            <a:endCxn id="17" idx="0"/>
          </p:cNvCxnSpPr>
          <p:nvPr/>
        </p:nvCxnSpPr>
        <p:spPr>
          <a:xfrm flipV="1">
            <a:off x="2505456" y="3785615"/>
            <a:ext cx="0" cy="585216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>
            <a:stCxn id="17" idx="0"/>
            <a:endCxn id="18" idx="0"/>
          </p:cNvCxnSpPr>
          <p:nvPr/>
        </p:nvCxnSpPr>
        <p:spPr>
          <a:xfrm>
            <a:off x="2505456" y="3785615"/>
            <a:ext cx="146303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1728216" y="1051560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728216" y="1197864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>
            <a:stCxn id="22" idx="0"/>
            <a:endCxn id="23" idx="0"/>
          </p:cNvCxnSpPr>
          <p:nvPr/>
        </p:nvCxnSpPr>
        <p:spPr>
          <a:xfrm>
            <a:off x="1737360" y="1060704"/>
            <a:ext cx="0" cy="146304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3520440" y="1051560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520440" y="1307592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>
            <a:stCxn id="25" idx="0"/>
            <a:endCxn id="26" idx="0"/>
          </p:cNvCxnSpPr>
          <p:nvPr/>
        </p:nvCxnSpPr>
        <p:spPr>
          <a:xfrm>
            <a:off x="3529584" y="1060704"/>
            <a:ext cx="0" cy="256032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5586984" y="1051560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586984" y="1417320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>
            <a:stCxn id="28" idx="0"/>
            <a:endCxn id="29" idx="0"/>
          </p:cNvCxnSpPr>
          <p:nvPr/>
        </p:nvCxnSpPr>
        <p:spPr>
          <a:xfrm>
            <a:off x="5596128" y="1060704"/>
            <a:ext cx="0" cy="365760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7616952" y="1051560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616952" y="1088136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>
            <a:stCxn id="31" idx="0"/>
            <a:endCxn id="32" idx="0"/>
          </p:cNvCxnSpPr>
          <p:nvPr/>
        </p:nvCxnSpPr>
        <p:spPr>
          <a:xfrm>
            <a:off x="7626096" y="1060704"/>
            <a:ext cx="0" cy="36576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7616952" y="1088136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825496" y="1088136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>
            <a:stCxn id="34" idx="0"/>
            <a:endCxn id="35" idx="0"/>
          </p:cNvCxnSpPr>
          <p:nvPr/>
        </p:nvCxnSpPr>
        <p:spPr>
          <a:xfrm flipH="1">
            <a:off x="2834640" y="1097280"/>
            <a:ext cx="4791456" cy="0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1728216" y="1197864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202168" y="1197864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>
            <a:stCxn id="37" idx="0"/>
            <a:endCxn id="38" idx="0"/>
          </p:cNvCxnSpPr>
          <p:nvPr/>
        </p:nvCxnSpPr>
        <p:spPr>
          <a:xfrm>
            <a:off x="1737360" y="1207008"/>
            <a:ext cx="6473952" cy="0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3520440" y="1307592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275320" y="1307592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>
            <a:stCxn id="40" idx="0"/>
            <a:endCxn id="41" idx="0"/>
          </p:cNvCxnSpPr>
          <p:nvPr/>
        </p:nvCxnSpPr>
        <p:spPr>
          <a:xfrm>
            <a:off x="3529584" y="1316736"/>
            <a:ext cx="4754880" cy="0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5184648" y="1417320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37376" y="1417320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>
            <a:stCxn id="43" idx="0"/>
            <a:endCxn id="44" idx="0"/>
          </p:cNvCxnSpPr>
          <p:nvPr/>
        </p:nvCxnSpPr>
        <p:spPr>
          <a:xfrm>
            <a:off x="5193792" y="1426464"/>
            <a:ext cx="1252728" cy="0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2825496" y="1088136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825496" y="3209544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>
            <a:stCxn id="46" idx="0"/>
            <a:endCxn id="47" idx="0"/>
          </p:cNvCxnSpPr>
          <p:nvPr/>
        </p:nvCxnSpPr>
        <p:spPr>
          <a:xfrm>
            <a:off x="2834640" y="1097280"/>
            <a:ext cx="0" cy="2121408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5568696" y="1307592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568696" y="3209544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>
            <a:stCxn id="49" idx="0"/>
            <a:endCxn id="50" idx="0"/>
          </p:cNvCxnSpPr>
          <p:nvPr/>
        </p:nvCxnSpPr>
        <p:spPr>
          <a:xfrm>
            <a:off x="5577840" y="1316736"/>
            <a:ext cx="0" cy="1901952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6437376" y="1417320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437376" y="3209544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>
            <a:stCxn id="52" idx="0"/>
            <a:endCxn id="53" idx="0"/>
          </p:cNvCxnSpPr>
          <p:nvPr/>
        </p:nvCxnSpPr>
        <p:spPr>
          <a:xfrm>
            <a:off x="6446520" y="1426464"/>
            <a:ext cx="0" cy="1792224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7306056" y="1197864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306056" y="1783080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>
            <a:stCxn id="55" idx="0"/>
            <a:endCxn id="56" idx="0"/>
          </p:cNvCxnSpPr>
          <p:nvPr/>
        </p:nvCxnSpPr>
        <p:spPr>
          <a:xfrm>
            <a:off x="7315200" y="1207008"/>
            <a:ext cx="0" cy="585215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7808976" y="1307592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808976" y="1783080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" name="Connector 59"/>
          <p:cNvCxnSpPr>
            <a:stCxn id="58" idx="0"/>
            <a:endCxn id="59" idx="0"/>
          </p:cNvCxnSpPr>
          <p:nvPr/>
        </p:nvCxnSpPr>
        <p:spPr>
          <a:xfrm>
            <a:off x="7818120" y="1316736"/>
            <a:ext cx="0" cy="475488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8202168" y="1197864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202168" y="4087368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306056" y="4087368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7306056" y="4306824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>
            <a:stCxn id="61" idx="0"/>
            <a:endCxn id="62" idx="0"/>
          </p:cNvCxnSpPr>
          <p:nvPr/>
        </p:nvCxnSpPr>
        <p:spPr>
          <a:xfrm>
            <a:off x="8211312" y="1207008"/>
            <a:ext cx="0" cy="2889504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>
            <a:stCxn id="62" idx="0"/>
            <a:endCxn id="63" idx="0"/>
          </p:cNvCxnSpPr>
          <p:nvPr/>
        </p:nvCxnSpPr>
        <p:spPr>
          <a:xfrm flipH="1">
            <a:off x="7315200" y="4096512"/>
            <a:ext cx="896112" cy="0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>
            <a:stCxn id="63" idx="0"/>
            <a:endCxn id="64" idx="0"/>
          </p:cNvCxnSpPr>
          <p:nvPr/>
        </p:nvCxnSpPr>
        <p:spPr>
          <a:xfrm>
            <a:off x="7315200" y="4096512"/>
            <a:ext cx="0" cy="219455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8275320" y="1307592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275320" y="4197096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808976" y="4197096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808976" y="4306824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" name="Connector 71"/>
          <p:cNvCxnSpPr>
            <a:stCxn id="68" idx="0"/>
            <a:endCxn id="69" idx="0"/>
          </p:cNvCxnSpPr>
          <p:nvPr/>
        </p:nvCxnSpPr>
        <p:spPr>
          <a:xfrm>
            <a:off x="8284464" y="1316736"/>
            <a:ext cx="0" cy="2889503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>
            <a:stCxn id="69" idx="0"/>
            <a:endCxn id="70" idx="0"/>
          </p:cNvCxnSpPr>
          <p:nvPr/>
        </p:nvCxnSpPr>
        <p:spPr>
          <a:xfrm flipH="1">
            <a:off x="7818120" y="4206240"/>
            <a:ext cx="466343" cy="0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>
            <a:stCxn id="70" idx="0"/>
            <a:endCxn id="71" idx="0"/>
          </p:cNvCxnSpPr>
          <p:nvPr/>
        </p:nvCxnSpPr>
        <p:spPr>
          <a:xfrm>
            <a:off x="7818120" y="4206240"/>
            <a:ext cx="0" cy="109728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Oval 74"/>
          <p:cNvSpPr/>
          <p:nvPr/>
        </p:nvSpPr>
        <p:spPr>
          <a:xfrm>
            <a:off x="2441448" y="1197864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2441448" y="5605272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4215384" y="5605272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4215384" y="5843016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9" name="Connector 78"/>
          <p:cNvCxnSpPr>
            <a:stCxn id="75" idx="0"/>
            <a:endCxn id="76" idx="0"/>
          </p:cNvCxnSpPr>
          <p:nvPr/>
        </p:nvCxnSpPr>
        <p:spPr>
          <a:xfrm>
            <a:off x="2450592" y="1207008"/>
            <a:ext cx="0" cy="4407407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>
            <a:stCxn id="76" idx="0"/>
            <a:endCxn id="77" idx="0"/>
          </p:cNvCxnSpPr>
          <p:nvPr/>
        </p:nvCxnSpPr>
        <p:spPr>
          <a:xfrm>
            <a:off x="2450592" y="5614416"/>
            <a:ext cx="1773936" cy="0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>
            <a:stCxn id="77" idx="0"/>
            <a:endCxn id="78" idx="0"/>
          </p:cNvCxnSpPr>
          <p:nvPr/>
        </p:nvCxnSpPr>
        <p:spPr>
          <a:xfrm>
            <a:off x="4224528" y="5614416"/>
            <a:ext cx="0" cy="237744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Oval 81"/>
          <p:cNvSpPr/>
          <p:nvPr/>
        </p:nvSpPr>
        <p:spPr>
          <a:xfrm>
            <a:off x="3959352" y="1307592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959352" y="5715000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4672584" y="5715000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4672584" y="5843016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>
            <a:stCxn id="82" idx="0"/>
            <a:endCxn id="83" idx="0"/>
          </p:cNvCxnSpPr>
          <p:nvPr/>
        </p:nvCxnSpPr>
        <p:spPr>
          <a:xfrm>
            <a:off x="3968496" y="1316736"/>
            <a:ext cx="0" cy="4407408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>
            <a:stCxn id="83" idx="0"/>
            <a:endCxn id="84" idx="0"/>
          </p:cNvCxnSpPr>
          <p:nvPr/>
        </p:nvCxnSpPr>
        <p:spPr>
          <a:xfrm>
            <a:off x="3968496" y="5724144"/>
            <a:ext cx="713232" cy="0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>
            <a:stCxn id="84" idx="0"/>
            <a:endCxn id="85" idx="0"/>
          </p:cNvCxnSpPr>
          <p:nvPr/>
        </p:nvCxnSpPr>
        <p:spPr>
          <a:xfrm>
            <a:off x="4681728" y="5724144"/>
            <a:ext cx="0" cy="128016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Oval 88"/>
          <p:cNvSpPr/>
          <p:nvPr/>
        </p:nvSpPr>
        <p:spPr>
          <a:xfrm>
            <a:off x="5184648" y="1417320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5184648" y="5843016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1" name="Connector 90"/>
          <p:cNvCxnSpPr>
            <a:stCxn id="89" idx="0"/>
            <a:endCxn id="90" idx="0"/>
          </p:cNvCxnSpPr>
          <p:nvPr/>
        </p:nvCxnSpPr>
        <p:spPr>
          <a:xfrm>
            <a:off x="5193792" y="1426464"/>
            <a:ext cx="0" cy="4425696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Oval 91"/>
          <p:cNvSpPr/>
          <p:nvPr/>
        </p:nvSpPr>
        <p:spPr>
          <a:xfrm>
            <a:off x="2368296" y="3465576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2642616" y="3465576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4" name="Connector 93"/>
          <p:cNvCxnSpPr>
            <a:stCxn id="92" idx="0"/>
            <a:endCxn id="93" idx="0"/>
          </p:cNvCxnSpPr>
          <p:nvPr/>
        </p:nvCxnSpPr>
        <p:spPr>
          <a:xfrm>
            <a:off x="2377440" y="3474720"/>
            <a:ext cx="274319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Oval 94"/>
          <p:cNvSpPr/>
          <p:nvPr/>
        </p:nvSpPr>
        <p:spPr>
          <a:xfrm>
            <a:off x="3694176" y="3575304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4032504" y="3575304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7" name="Connector 96"/>
          <p:cNvCxnSpPr>
            <a:stCxn id="95" idx="0"/>
            <a:endCxn id="96" idx="0"/>
          </p:cNvCxnSpPr>
          <p:nvPr/>
        </p:nvCxnSpPr>
        <p:spPr>
          <a:xfrm>
            <a:off x="3703320" y="3584448"/>
            <a:ext cx="338328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Oval 97"/>
          <p:cNvSpPr/>
          <p:nvPr/>
        </p:nvSpPr>
        <p:spPr>
          <a:xfrm>
            <a:off x="5074920" y="3575304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5330952" y="3575304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" name="Connector 99"/>
          <p:cNvCxnSpPr>
            <a:stCxn id="98" idx="0"/>
            <a:endCxn id="99" idx="0"/>
          </p:cNvCxnSpPr>
          <p:nvPr/>
        </p:nvCxnSpPr>
        <p:spPr>
          <a:xfrm>
            <a:off x="5084064" y="3584448"/>
            <a:ext cx="256032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Oval 100"/>
          <p:cNvSpPr/>
          <p:nvPr/>
        </p:nvSpPr>
        <p:spPr>
          <a:xfrm>
            <a:off x="6702552" y="3319272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6775704" y="3319272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6775704" y="2295144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6940296" y="2295144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5" name="Connector 104"/>
          <p:cNvCxnSpPr>
            <a:stCxn id="101" idx="0"/>
            <a:endCxn id="102" idx="0"/>
          </p:cNvCxnSpPr>
          <p:nvPr/>
        </p:nvCxnSpPr>
        <p:spPr>
          <a:xfrm>
            <a:off x="6711696" y="3328416"/>
            <a:ext cx="73152" cy="0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>
            <a:stCxn id="102" idx="0"/>
            <a:endCxn id="103" idx="0"/>
          </p:cNvCxnSpPr>
          <p:nvPr/>
        </p:nvCxnSpPr>
        <p:spPr>
          <a:xfrm flipV="1">
            <a:off x="6784848" y="2304288"/>
            <a:ext cx="0" cy="1024128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>
            <a:stCxn id="103" idx="0"/>
            <a:endCxn id="104" idx="0"/>
          </p:cNvCxnSpPr>
          <p:nvPr/>
        </p:nvCxnSpPr>
        <p:spPr>
          <a:xfrm>
            <a:off x="6784848" y="2304288"/>
            <a:ext cx="164591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Oval 107"/>
          <p:cNvSpPr/>
          <p:nvPr/>
        </p:nvSpPr>
        <p:spPr>
          <a:xfrm>
            <a:off x="6702552" y="3831336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6867144" y="3831336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6867144" y="4581144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6940296" y="4581144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2" name="Connector 111"/>
          <p:cNvCxnSpPr>
            <a:stCxn id="108" idx="0"/>
            <a:endCxn id="109" idx="0"/>
          </p:cNvCxnSpPr>
          <p:nvPr/>
        </p:nvCxnSpPr>
        <p:spPr>
          <a:xfrm>
            <a:off x="6711696" y="3840480"/>
            <a:ext cx="164591" cy="0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>
            <a:stCxn id="109" idx="0"/>
            <a:endCxn id="110" idx="0"/>
          </p:cNvCxnSpPr>
          <p:nvPr/>
        </p:nvCxnSpPr>
        <p:spPr>
          <a:xfrm>
            <a:off x="6876288" y="3840480"/>
            <a:ext cx="0" cy="749807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>
            <a:stCxn id="110" idx="0"/>
            <a:endCxn id="111" idx="0"/>
          </p:cNvCxnSpPr>
          <p:nvPr/>
        </p:nvCxnSpPr>
        <p:spPr>
          <a:xfrm>
            <a:off x="6876288" y="4590288"/>
            <a:ext cx="73152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Oval 114"/>
          <p:cNvSpPr/>
          <p:nvPr/>
        </p:nvSpPr>
        <p:spPr>
          <a:xfrm>
            <a:off x="2551176" y="3465576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2551176" y="6391656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4014216" y="6391656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8" name="Connector 117"/>
          <p:cNvCxnSpPr>
            <a:stCxn id="115" idx="0"/>
            <a:endCxn id="116" idx="0"/>
          </p:cNvCxnSpPr>
          <p:nvPr/>
        </p:nvCxnSpPr>
        <p:spPr>
          <a:xfrm>
            <a:off x="2560320" y="3474720"/>
            <a:ext cx="0" cy="2926080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>
            <a:stCxn id="116" idx="0"/>
            <a:endCxn id="117" idx="0"/>
          </p:cNvCxnSpPr>
          <p:nvPr/>
        </p:nvCxnSpPr>
        <p:spPr>
          <a:xfrm>
            <a:off x="2560320" y="6400800"/>
            <a:ext cx="146304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Oval 119"/>
          <p:cNvSpPr/>
          <p:nvPr/>
        </p:nvSpPr>
        <p:spPr>
          <a:xfrm>
            <a:off x="3776471" y="3575304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3776471" y="5989320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4014216" y="5989320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3" name="Connector 122"/>
          <p:cNvCxnSpPr>
            <a:stCxn id="120" idx="0"/>
            <a:endCxn id="121" idx="0"/>
          </p:cNvCxnSpPr>
          <p:nvPr/>
        </p:nvCxnSpPr>
        <p:spPr>
          <a:xfrm>
            <a:off x="3785615" y="3584448"/>
            <a:ext cx="0" cy="2414015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>
            <a:stCxn id="121" idx="0"/>
            <a:endCxn id="122" idx="0"/>
          </p:cNvCxnSpPr>
          <p:nvPr/>
        </p:nvCxnSpPr>
        <p:spPr>
          <a:xfrm>
            <a:off x="3785615" y="5998464"/>
            <a:ext cx="237744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Oval 124"/>
          <p:cNvSpPr/>
          <p:nvPr/>
        </p:nvSpPr>
        <p:spPr>
          <a:xfrm>
            <a:off x="6775704" y="3319272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6775704" y="5495544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3867912" y="5495544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3867912" y="6190488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4014216" y="6190488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0" name="Connector 129"/>
          <p:cNvCxnSpPr>
            <a:stCxn id="125" idx="0"/>
            <a:endCxn id="126" idx="0"/>
          </p:cNvCxnSpPr>
          <p:nvPr/>
        </p:nvCxnSpPr>
        <p:spPr>
          <a:xfrm>
            <a:off x="6784848" y="3328416"/>
            <a:ext cx="0" cy="2176271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>
            <a:stCxn id="126" idx="0"/>
            <a:endCxn id="127" idx="0"/>
          </p:cNvCxnSpPr>
          <p:nvPr/>
        </p:nvCxnSpPr>
        <p:spPr>
          <a:xfrm flipH="1">
            <a:off x="3877056" y="5504688"/>
            <a:ext cx="2907791" cy="0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>
            <a:stCxn id="127" idx="0"/>
            <a:endCxn id="128" idx="0"/>
          </p:cNvCxnSpPr>
          <p:nvPr/>
        </p:nvCxnSpPr>
        <p:spPr>
          <a:xfrm>
            <a:off x="3877056" y="5504688"/>
            <a:ext cx="0" cy="694944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>
            <a:stCxn id="128" idx="0"/>
            <a:endCxn id="129" idx="0"/>
          </p:cNvCxnSpPr>
          <p:nvPr/>
        </p:nvCxnSpPr>
        <p:spPr>
          <a:xfrm>
            <a:off x="3877056" y="6199632"/>
            <a:ext cx="146304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Oval 133"/>
          <p:cNvSpPr/>
          <p:nvPr/>
        </p:nvSpPr>
        <p:spPr>
          <a:xfrm>
            <a:off x="6702552" y="3575304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9774936" y="3575304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6" name="Connector 135"/>
          <p:cNvCxnSpPr>
            <a:stCxn id="134" idx="0"/>
            <a:endCxn id="135" idx="0"/>
          </p:cNvCxnSpPr>
          <p:nvPr/>
        </p:nvCxnSpPr>
        <p:spPr>
          <a:xfrm>
            <a:off x="6711696" y="3584448"/>
            <a:ext cx="3072383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Oval 136"/>
          <p:cNvSpPr/>
          <p:nvPr/>
        </p:nvSpPr>
        <p:spPr>
          <a:xfrm>
            <a:off x="8129016" y="2148840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9774936" y="2148840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9" name="Connector 138"/>
          <p:cNvCxnSpPr>
            <a:stCxn id="137" idx="0"/>
            <a:endCxn id="138" idx="0"/>
          </p:cNvCxnSpPr>
          <p:nvPr/>
        </p:nvCxnSpPr>
        <p:spPr>
          <a:xfrm>
            <a:off x="8138160" y="2157984"/>
            <a:ext cx="1645919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Oval 139"/>
          <p:cNvSpPr/>
          <p:nvPr/>
        </p:nvSpPr>
        <p:spPr>
          <a:xfrm>
            <a:off x="8129016" y="4581144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9774936" y="4581144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2" name="Connector 141"/>
          <p:cNvCxnSpPr>
            <a:stCxn id="140" idx="0"/>
            <a:endCxn id="141" idx="0"/>
          </p:cNvCxnSpPr>
          <p:nvPr/>
        </p:nvCxnSpPr>
        <p:spPr>
          <a:xfrm>
            <a:off x="8138160" y="4590288"/>
            <a:ext cx="1645919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Oval 142"/>
          <p:cNvSpPr/>
          <p:nvPr/>
        </p:nvSpPr>
        <p:spPr>
          <a:xfrm>
            <a:off x="5751576" y="6080760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9774936" y="6080760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5" name="Connector 144"/>
          <p:cNvCxnSpPr>
            <a:stCxn id="143" idx="0"/>
            <a:endCxn id="144" idx="0"/>
          </p:cNvCxnSpPr>
          <p:nvPr/>
        </p:nvCxnSpPr>
        <p:spPr>
          <a:xfrm>
            <a:off x="5760720" y="6089904"/>
            <a:ext cx="4023359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Oval 145"/>
          <p:cNvSpPr/>
          <p:nvPr/>
        </p:nvSpPr>
        <p:spPr>
          <a:xfrm>
            <a:off x="5751576" y="6501384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9774936" y="6501384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8" name="Connector 147"/>
          <p:cNvCxnSpPr>
            <a:stCxn id="146" idx="0"/>
            <a:endCxn id="147" idx="0"/>
          </p:cNvCxnSpPr>
          <p:nvPr/>
        </p:nvCxnSpPr>
        <p:spPr>
          <a:xfrm>
            <a:off x="5760720" y="6510528"/>
            <a:ext cx="4023359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Oval 148"/>
          <p:cNvSpPr/>
          <p:nvPr/>
        </p:nvSpPr>
        <p:spPr>
          <a:xfrm>
            <a:off x="1636776" y="6922008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1636776" y="5184648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1" name="Connector 150"/>
          <p:cNvCxnSpPr>
            <a:stCxn id="149" idx="0"/>
            <a:endCxn id="150" idx="0"/>
          </p:cNvCxnSpPr>
          <p:nvPr/>
        </p:nvCxnSpPr>
        <p:spPr>
          <a:xfrm flipV="1">
            <a:off x="1645920" y="5193792"/>
            <a:ext cx="0" cy="1737360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Oval 151"/>
          <p:cNvSpPr/>
          <p:nvPr/>
        </p:nvSpPr>
        <p:spPr>
          <a:xfrm>
            <a:off x="3209544" y="6922008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3209544" y="5294376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4" name="Connector 153"/>
          <p:cNvCxnSpPr>
            <a:stCxn id="152" idx="0"/>
            <a:endCxn id="153" idx="0"/>
          </p:cNvCxnSpPr>
          <p:nvPr/>
        </p:nvCxnSpPr>
        <p:spPr>
          <a:xfrm flipV="1">
            <a:off x="3218688" y="5303520"/>
            <a:ext cx="0" cy="1627632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Oval 154"/>
          <p:cNvSpPr/>
          <p:nvPr/>
        </p:nvSpPr>
        <p:spPr>
          <a:xfrm>
            <a:off x="6300216" y="6922008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6300216" y="5404104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7" name="Connector 156"/>
          <p:cNvCxnSpPr>
            <a:stCxn id="155" idx="0"/>
            <a:endCxn id="156" idx="0"/>
          </p:cNvCxnSpPr>
          <p:nvPr/>
        </p:nvCxnSpPr>
        <p:spPr>
          <a:xfrm flipV="1">
            <a:off x="6309360" y="5413248"/>
            <a:ext cx="0" cy="1517904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Oval 157"/>
          <p:cNvSpPr/>
          <p:nvPr/>
        </p:nvSpPr>
        <p:spPr>
          <a:xfrm>
            <a:off x="1563624" y="5184648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8421624" y="5184648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0" name="Connector 159"/>
          <p:cNvCxnSpPr>
            <a:stCxn id="158" idx="0"/>
            <a:endCxn id="159" idx="0"/>
          </p:cNvCxnSpPr>
          <p:nvPr/>
        </p:nvCxnSpPr>
        <p:spPr>
          <a:xfrm>
            <a:off x="1572768" y="5193792"/>
            <a:ext cx="6858000" cy="0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Oval 160"/>
          <p:cNvSpPr/>
          <p:nvPr/>
        </p:nvSpPr>
        <p:spPr>
          <a:xfrm>
            <a:off x="3209544" y="5294376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4791456" y="5294376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3" name="Connector 162"/>
          <p:cNvCxnSpPr>
            <a:stCxn id="161" idx="0"/>
            <a:endCxn id="162" idx="0"/>
          </p:cNvCxnSpPr>
          <p:nvPr/>
        </p:nvCxnSpPr>
        <p:spPr>
          <a:xfrm>
            <a:off x="3218688" y="5303520"/>
            <a:ext cx="1581912" cy="0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Oval 163"/>
          <p:cNvSpPr/>
          <p:nvPr/>
        </p:nvSpPr>
        <p:spPr>
          <a:xfrm>
            <a:off x="2093976" y="5404104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8348472" y="5404104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6" name="Connector 165"/>
          <p:cNvCxnSpPr>
            <a:stCxn id="164" idx="0"/>
            <a:endCxn id="165" idx="0"/>
          </p:cNvCxnSpPr>
          <p:nvPr/>
        </p:nvCxnSpPr>
        <p:spPr>
          <a:xfrm>
            <a:off x="2103120" y="5413248"/>
            <a:ext cx="6254496" cy="0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Oval 166"/>
          <p:cNvSpPr/>
          <p:nvPr/>
        </p:nvSpPr>
        <p:spPr>
          <a:xfrm>
            <a:off x="1563624" y="5184648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1563624" y="4014216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9" name="Connector 168"/>
          <p:cNvCxnSpPr>
            <a:stCxn id="167" idx="0"/>
            <a:endCxn id="168" idx="0"/>
          </p:cNvCxnSpPr>
          <p:nvPr/>
        </p:nvCxnSpPr>
        <p:spPr>
          <a:xfrm flipV="1">
            <a:off x="1572768" y="4023360"/>
            <a:ext cx="0" cy="1170431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Oval 169"/>
          <p:cNvSpPr/>
          <p:nvPr/>
        </p:nvSpPr>
        <p:spPr>
          <a:xfrm>
            <a:off x="2916936" y="5184648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2916936" y="4014216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2" name="Connector 171"/>
          <p:cNvCxnSpPr>
            <a:stCxn id="170" idx="0"/>
            <a:endCxn id="171" idx="0"/>
          </p:cNvCxnSpPr>
          <p:nvPr/>
        </p:nvCxnSpPr>
        <p:spPr>
          <a:xfrm flipV="1">
            <a:off x="2926080" y="4023360"/>
            <a:ext cx="0" cy="1170431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Oval 172"/>
          <p:cNvSpPr/>
          <p:nvPr/>
        </p:nvSpPr>
        <p:spPr>
          <a:xfrm>
            <a:off x="4288536" y="5184648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4288536" y="4014216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5" name="Connector 174"/>
          <p:cNvCxnSpPr>
            <a:stCxn id="173" idx="0"/>
            <a:endCxn id="174" idx="0"/>
          </p:cNvCxnSpPr>
          <p:nvPr/>
        </p:nvCxnSpPr>
        <p:spPr>
          <a:xfrm flipV="1">
            <a:off x="4297680" y="4023360"/>
            <a:ext cx="0" cy="1170431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" name="Oval 175"/>
          <p:cNvSpPr/>
          <p:nvPr/>
        </p:nvSpPr>
        <p:spPr>
          <a:xfrm>
            <a:off x="5522976" y="5184648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5522976" y="4014216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8" name="Connector 177"/>
          <p:cNvCxnSpPr>
            <a:stCxn id="176" idx="0"/>
            <a:endCxn id="177" idx="0"/>
          </p:cNvCxnSpPr>
          <p:nvPr/>
        </p:nvCxnSpPr>
        <p:spPr>
          <a:xfrm flipV="1">
            <a:off x="5532120" y="4023360"/>
            <a:ext cx="0" cy="1170431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Oval 178"/>
          <p:cNvSpPr/>
          <p:nvPr/>
        </p:nvSpPr>
        <p:spPr>
          <a:xfrm>
            <a:off x="3392424" y="5294376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3392424" y="4014216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1" name="Connector 180"/>
          <p:cNvCxnSpPr>
            <a:stCxn id="179" idx="0"/>
            <a:endCxn id="180" idx="0"/>
          </p:cNvCxnSpPr>
          <p:nvPr/>
        </p:nvCxnSpPr>
        <p:spPr>
          <a:xfrm flipV="1">
            <a:off x="3401568" y="4023360"/>
            <a:ext cx="0" cy="1280159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Oval 181"/>
          <p:cNvSpPr/>
          <p:nvPr/>
        </p:nvSpPr>
        <p:spPr>
          <a:xfrm>
            <a:off x="4791456" y="5294376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4791456" y="4014216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4" name="Connector 183"/>
          <p:cNvCxnSpPr>
            <a:stCxn id="182" idx="0"/>
            <a:endCxn id="183" idx="0"/>
          </p:cNvCxnSpPr>
          <p:nvPr/>
        </p:nvCxnSpPr>
        <p:spPr>
          <a:xfrm flipV="1">
            <a:off x="4800600" y="4023360"/>
            <a:ext cx="0" cy="1280159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5" name="Oval 184"/>
          <p:cNvSpPr/>
          <p:nvPr/>
        </p:nvSpPr>
        <p:spPr>
          <a:xfrm>
            <a:off x="2093976" y="5404104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2093976" y="4014216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7" name="Connector 186"/>
          <p:cNvCxnSpPr>
            <a:stCxn id="185" idx="0"/>
            <a:endCxn id="186" idx="0"/>
          </p:cNvCxnSpPr>
          <p:nvPr/>
        </p:nvCxnSpPr>
        <p:spPr>
          <a:xfrm flipV="1">
            <a:off x="2103120" y="4023360"/>
            <a:ext cx="0" cy="1389887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Oval 187"/>
          <p:cNvSpPr/>
          <p:nvPr/>
        </p:nvSpPr>
        <p:spPr>
          <a:xfrm>
            <a:off x="6528816" y="5404104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6528816" y="4014216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0" name="Connector 189"/>
          <p:cNvCxnSpPr>
            <a:stCxn id="188" idx="0"/>
            <a:endCxn id="189" idx="0"/>
          </p:cNvCxnSpPr>
          <p:nvPr/>
        </p:nvCxnSpPr>
        <p:spPr>
          <a:xfrm flipV="1">
            <a:off x="6537960" y="4023360"/>
            <a:ext cx="0" cy="1389887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" name="Oval 190"/>
          <p:cNvSpPr/>
          <p:nvPr/>
        </p:nvSpPr>
        <p:spPr>
          <a:xfrm>
            <a:off x="7306056" y="5184648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7306056" y="5093208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3" name="Connector 192"/>
          <p:cNvCxnSpPr>
            <a:stCxn id="191" idx="0"/>
            <a:endCxn id="192" idx="0"/>
          </p:cNvCxnSpPr>
          <p:nvPr/>
        </p:nvCxnSpPr>
        <p:spPr>
          <a:xfrm flipV="1">
            <a:off x="7315200" y="5102352"/>
            <a:ext cx="0" cy="91439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Oval 193"/>
          <p:cNvSpPr/>
          <p:nvPr/>
        </p:nvSpPr>
        <p:spPr>
          <a:xfrm>
            <a:off x="7808976" y="5404104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7808976" y="5093208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6" name="Connector 195"/>
          <p:cNvCxnSpPr>
            <a:stCxn id="194" idx="0"/>
            <a:endCxn id="195" idx="0"/>
          </p:cNvCxnSpPr>
          <p:nvPr/>
        </p:nvCxnSpPr>
        <p:spPr>
          <a:xfrm flipV="1">
            <a:off x="7818120" y="5102352"/>
            <a:ext cx="0" cy="310895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7" name="Oval 196"/>
          <p:cNvSpPr/>
          <p:nvPr/>
        </p:nvSpPr>
        <p:spPr>
          <a:xfrm>
            <a:off x="8421624" y="5184648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8421624" y="2916936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7900416" y="2916936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7900416" y="2569464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1" name="Connector 200"/>
          <p:cNvCxnSpPr>
            <a:stCxn id="197" idx="0"/>
            <a:endCxn id="198" idx="0"/>
          </p:cNvCxnSpPr>
          <p:nvPr/>
        </p:nvCxnSpPr>
        <p:spPr>
          <a:xfrm flipV="1">
            <a:off x="8430768" y="2926080"/>
            <a:ext cx="0" cy="2267711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>
            <a:stCxn id="198" idx="0"/>
            <a:endCxn id="199" idx="0"/>
          </p:cNvCxnSpPr>
          <p:nvPr/>
        </p:nvCxnSpPr>
        <p:spPr>
          <a:xfrm flipH="1">
            <a:off x="7909560" y="2926080"/>
            <a:ext cx="521208" cy="0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>
            <a:stCxn id="199" idx="0"/>
            <a:endCxn id="200" idx="0"/>
          </p:cNvCxnSpPr>
          <p:nvPr/>
        </p:nvCxnSpPr>
        <p:spPr>
          <a:xfrm flipV="1">
            <a:off x="7909560" y="2578608"/>
            <a:ext cx="0" cy="347472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Oval 203"/>
          <p:cNvSpPr/>
          <p:nvPr/>
        </p:nvSpPr>
        <p:spPr>
          <a:xfrm>
            <a:off x="8348472" y="5404104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8348472" y="2752344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8055864" y="2752344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8055864" y="2569464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8" name="Connector 207"/>
          <p:cNvCxnSpPr>
            <a:stCxn id="204" idx="0"/>
            <a:endCxn id="205" idx="0"/>
          </p:cNvCxnSpPr>
          <p:nvPr/>
        </p:nvCxnSpPr>
        <p:spPr>
          <a:xfrm flipV="1">
            <a:off x="8357616" y="2761488"/>
            <a:ext cx="0" cy="2651760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>
            <a:stCxn id="205" idx="0"/>
            <a:endCxn id="206" idx="0"/>
          </p:cNvCxnSpPr>
          <p:nvPr/>
        </p:nvCxnSpPr>
        <p:spPr>
          <a:xfrm flipH="1">
            <a:off x="8065008" y="2761488"/>
            <a:ext cx="292608" cy="0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>
            <a:stCxn id="206" idx="0"/>
            <a:endCxn id="207" idx="0"/>
          </p:cNvCxnSpPr>
          <p:nvPr/>
        </p:nvCxnSpPr>
        <p:spPr>
          <a:xfrm flipV="1">
            <a:off x="8065008" y="2578608"/>
            <a:ext cx="0" cy="18288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" name="Oval 210"/>
          <p:cNvSpPr/>
          <p:nvPr/>
        </p:nvSpPr>
        <p:spPr>
          <a:xfrm>
            <a:off x="3374136" y="5184648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3374136" y="6885432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5340096" y="6885432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5340096" y="6629400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5" name="Connector 214"/>
          <p:cNvCxnSpPr>
            <a:stCxn id="211" idx="0"/>
            <a:endCxn id="212" idx="0"/>
          </p:cNvCxnSpPr>
          <p:nvPr/>
        </p:nvCxnSpPr>
        <p:spPr>
          <a:xfrm>
            <a:off x="3383280" y="5193792"/>
            <a:ext cx="0" cy="1700784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>
            <a:stCxn id="212" idx="0"/>
            <a:endCxn id="213" idx="0"/>
          </p:cNvCxnSpPr>
          <p:nvPr/>
        </p:nvCxnSpPr>
        <p:spPr>
          <a:xfrm>
            <a:off x="3383280" y="6894576"/>
            <a:ext cx="1965959" cy="0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>
            <a:stCxn id="213" idx="0"/>
            <a:endCxn id="214" idx="0"/>
          </p:cNvCxnSpPr>
          <p:nvPr/>
        </p:nvCxnSpPr>
        <p:spPr>
          <a:xfrm flipV="1">
            <a:off x="5349240" y="6638544"/>
            <a:ext cx="0" cy="256032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8" name="Oval 217"/>
          <p:cNvSpPr/>
          <p:nvPr/>
        </p:nvSpPr>
        <p:spPr>
          <a:xfrm>
            <a:off x="3483864" y="5294376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3483864" y="6812280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4882896" y="6812280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4882896" y="6629400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2" name="Connector 221"/>
          <p:cNvCxnSpPr>
            <a:stCxn id="218" idx="0"/>
            <a:endCxn id="219" idx="0"/>
          </p:cNvCxnSpPr>
          <p:nvPr/>
        </p:nvCxnSpPr>
        <p:spPr>
          <a:xfrm>
            <a:off x="3493008" y="5303520"/>
            <a:ext cx="0" cy="1517904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>
            <a:stCxn id="219" idx="0"/>
            <a:endCxn id="220" idx="0"/>
          </p:cNvCxnSpPr>
          <p:nvPr/>
        </p:nvCxnSpPr>
        <p:spPr>
          <a:xfrm>
            <a:off x="3493008" y="6821424"/>
            <a:ext cx="1399031" cy="0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>
            <a:stCxn id="220" idx="0"/>
            <a:endCxn id="221" idx="0"/>
          </p:cNvCxnSpPr>
          <p:nvPr/>
        </p:nvCxnSpPr>
        <p:spPr>
          <a:xfrm flipV="1">
            <a:off x="4892040" y="6638544"/>
            <a:ext cx="0" cy="18288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5" name="Oval 224"/>
          <p:cNvSpPr/>
          <p:nvPr/>
        </p:nvSpPr>
        <p:spPr>
          <a:xfrm>
            <a:off x="3593592" y="5404104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3593592" y="6739128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4425696" y="6739128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4425696" y="6629400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9" name="Connector 228"/>
          <p:cNvCxnSpPr>
            <a:stCxn id="225" idx="0"/>
            <a:endCxn id="226" idx="0"/>
          </p:cNvCxnSpPr>
          <p:nvPr/>
        </p:nvCxnSpPr>
        <p:spPr>
          <a:xfrm>
            <a:off x="3602736" y="5413248"/>
            <a:ext cx="0" cy="1335024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>
            <a:stCxn id="226" idx="0"/>
            <a:endCxn id="227" idx="0"/>
          </p:cNvCxnSpPr>
          <p:nvPr/>
        </p:nvCxnSpPr>
        <p:spPr>
          <a:xfrm>
            <a:off x="3602736" y="6748272"/>
            <a:ext cx="832103" cy="0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>
            <a:stCxn id="227" idx="0"/>
            <a:endCxn id="228" idx="0"/>
          </p:cNvCxnSpPr>
          <p:nvPr/>
        </p:nvCxnSpPr>
        <p:spPr>
          <a:xfrm flipV="1">
            <a:off x="4434840" y="6638544"/>
            <a:ext cx="0" cy="109728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2" name="Rectangle 231"/>
          <p:cNvSpPr/>
          <p:nvPr/>
        </p:nvSpPr>
        <p:spPr>
          <a:xfrm>
            <a:off x="1316736" y="3218688"/>
            <a:ext cx="1060704" cy="804672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50800" bIns="25400"/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Acquire Micro-Weather Observations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1901952" y="3803904"/>
            <a:ext cx="42062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 b="1">
                <a:solidFill>
                  <a:srgbClr val="000000"/>
                </a:solidFill>
                <a:latin typeface="Arial"/>
              </a:rPr>
              <a:t>A1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2651760" y="3218688"/>
            <a:ext cx="1051560" cy="804672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50800" bIns="25400"/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Generate Local Weather State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3227832" y="3803904"/>
            <a:ext cx="42062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 b="1">
                <a:solidFill>
                  <a:srgbClr val="000000"/>
                </a:solidFill>
                <a:latin typeface="Arial"/>
              </a:rPr>
              <a:t>A2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4041648" y="3218688"/>
            <a:ext cx="1042415" cy="804672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50800" bIns="25400"/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Quantify Uncertainty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4608575" y="3803904"/>
            <a:ext cx="42062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 b="1">
                <a:solidFill>
                  <a:srgbClr val="000000"/>
                </a:solidFill>
                <a:latin typeface="Arial"/>
              </a:rPr>
              <a:t>A3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5340096" y="3218688"/>
            <a:ext cx="1371600" cy="804672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50800" bIns="25400"/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Federate and Maintain Federated Weather Context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6236208" y="3803904"/>
            <a:ext cx="42062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 b="1">
                <a:solidFill>
                  <a:srgbClr val="000000"/>
                </a:solidFill>
                <a:latin typeface="Arial"/>
              </a:rPr>
              <a:t>A4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6949440" y="1792224"/>
            <a:ext cx="1188720" cy="786383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50800" bIns="25400"/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Detect Threshold Crossings (Descriptive Support)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7662672" y="2359152"/>
            <a:ext cx="42062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 b="1">
                <a:solidFill>
                  <a:srgbClr val="000000"/>
                </a:solidFill>
                <a:latin typeface="Arial"/>
              </a:rPr>
              <a:t>A5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6949440" y="4315968"/>
            <a:ext cx="1188720" cy="786384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50800" bIns="25400"/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Produce Mission-Tailored Weather Context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7662672" y="4882896"/>
            <a:ext cx="42062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 b="1">
                <a:solidFill>
                  <a:srgbClr val="000000"/>
                </a:solidFill>
                <a:latin typeface="Arial"/>
              </a:rPr>
              <a:t>A6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4023360" y="5852160"/>
            <a:ext cx="1737359" cy="786383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50800" bIns="25400"/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Assess Weather-Model Performance and Learn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5285231" y="6419088"/>
            <a:ext cx="42062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 b="1">
                <a:solidFill>
                  <a:srgbClr val="000000"/>
                </a:solidFill>
                <a:latin typeface="Arial"/>
              </a:rPr>
              <a:t>A8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274320" y="347472"/>
            <a:ext cx="9509759" cy="7114032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274320" y="384048"/>
            <a:ext cx="9509759" cy="310896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A0 — Decompose Conduct Air-Focused Weather Exploitation Operations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9098280" y="7187184"/>
            <a:ext cx="566928" cy="219456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Arial"/>
              </a:rPr>
              <a:t>A0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310896" y="2798064"/>
            <a:ext cx="969264" cy="47548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I1 Collocated Atmospheric Observations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310896" y="3785615"/>
            <a:ext cx="969264" cy="47548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I2 Peer Platform Weather Observations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310896" y="1152144"/>
            <a:ext cx="1188720" cy="38404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I3 Mission Weather Threshold Definitions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310896" y="4425696"/>
            <a:ext cx="1188720" cy="603504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I4 Reachback Gap-Fill and Boundary-Condition Data (IER-25)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347472" y="731520"/>
            <a:ext cx="1691640" cy="329184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C1 Mission objectives and operational constraints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2139696" y="731520"/>
            <a:ext cx="1554480" cy="329184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C2 OPSEC / classification guidance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3931920" y="731520"/>
            <a:ext cx="1691640" cy="329184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C3 Network availability and DDS QoS policies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5852160" y="731520"/>
            <a:ext cx="1828800" cy="329184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C4 Approved Model / Parameter Baseline (IER-26)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1353312" y="2651760"/>
            <a:ext cx="1024128" cy="512064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F1 Time/Geo-Tagged, Quality-Checked Observations (IER-03)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2889504" y="2651760"/>
            <a:ext cx="804672" cy="512064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F2 Local Micro-Weather State Estimate (IER-05)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4078224" y="2651760"/>
            <a:ext cx="1024128" cy="512064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F3 Confidence Bounds &amp; Risk Envelopes (IER-09)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5724144" y="2651760"/>
            <a:ext cx="603504" cy="512064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F4 Locally Fused COWP State (IER-12)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5724144" y="4096512"/>
            <a:ext cx="603504" cy="512064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F5 Locally Fused COWP State (IER-12)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8522208" y="1755648"/>
            <a:ext cx="1207008" cy="365760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O3 Weather State Change Notifications (IER-17)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8522208" y="3182112"/>
            <a:ext cx="1207008" cy="365760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O1 Locally Fused COWP State (IER-12)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8522208" y="4187952"/>
            <a:ext cx="1207008" cy="365760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O2 Mission-Tailored COWP Excerpts (IER-18)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8522208" y="5650992"/>
            <a:ext cx="1207008" cy="402336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O4 Predicted vs. Observed Weather Assessment (IER-23)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8522208" y="6583680"/>
            <a:ext cx="1207008" cy="402336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O5 Archived Lessons Learned &amp; Model Updates (IER-24)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822960" y="6986016"/>
            <a:ext cx="1700784" cy="310896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M1 Platforms hosting ATMOS node compute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2834640" y="6986016"/>
            <a:ext cx="1371600" cy="310896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M2 ABLE-LBM / reduced models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5120640" y="6986016"/>
            <a:ext cx="2066543" cy="310896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M3 DDS middleware and communications links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