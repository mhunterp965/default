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176" y="351129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5336" y="351129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>
            <a:stCxn id="2" idx="0"/>
            <a:endCxn id="3" idx="0"/>
          </p:cNvCxnSpPr>
          <p:nvPr/>
        </p:nvCxnSpPr>
        <p:spPr>
          <a:xfrm>
            <a:off x="274320" y="3520440"/>
            <a:ext cx="12801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65176" y="4041647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5336" y="4041647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>
            <a:stCxn id="5" idx="0"/>
            <a:endCxn id="6" idx="0"/>
          </p:cNvCxnSpPr>
          <p:nvPr/>
        </p:nvCxnSpPr>
        <p:spPr>
          <a:xfrm>
            <a:off x="274320" y="4050791"/>
            <a:ext cx="12801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65176" y="457200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45336" y="457200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>
            <a:stCxn id="8" idx="0"/>
            <a:endCxn id="9" idx="0"/>
          </p:cNvCxnSpPr>
          <p:nvPr/>
        </p:nvCxnSpPr>
        <p:spPr>
          <a:xfrm>
            <a:off x="274320" y="4581144"/>
            <a:ext cx="12801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459736" y="17647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59736" y="32369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>
            <a:stCxn id="11" idx="0"/>
            <a:endCxn id="12" idx="0"/>
          </p:cNvCxnSpPr>
          <p:nvPr/>
        </p:nvCxnSpPr>
        <p:spPr>
          <a:xfrm>
            <a:off x="2468880" y="1773936"/>
            <a:ext cx="0" cy="1472184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88636" y="17647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88636" y="32369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>
            <a:stCxn id="14" idx="0"/>
            <a:endCxn id="15" idx="0"/>
          </p:cNvCxnSpPr>
          <p:nvPr/>
        </p:nvCxnSpPr>
        <p:spPr>
          <a:xfrm>
            <a:off x="5097780" y="1773936"/>
            <a:ext cx="0" cy="1472184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54696" y="1764792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54696" y="32369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>
            <a:stCxn id="17" idx="0"/>
            <a:endCxn id="18" idx="0"/>
          </p:cNvCxnSpPr>
          <p:nvPr/>
        </p:nvCxnSpPr>
        <p:spPr>
          <a:xfrm>
            <a:off x="7863840" y="1773936"/>
            <a:ext cx="0" cy="1472184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459736" y="626364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59736" y="47000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>
            <a:stCxn id="20" idx="0"/>
            <a:endCxn id="21" idx="0"/>
          </p:cNvCxnSpPr>
          <p:nvPr/>
        </p:nvCxnSpPr>
        <p:spPr>
          <a:xfrm flipV="1">
            <a:off x="2468880" y="4709160"/>
            <a:ext cx="0" cy="1563624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088636" y="626364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88636" y="47000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>
            <a:stCxn id="23" idx="0"/>
            <a:endCxn id="24" idx="0"/>
          </p:cNvCxnSpPr>
          <p:nvPr/>
        </p:nvCxnSpPr>
        <p:spPr>
          <a:xfrm flipV="1">
            <a:off x="5097780" y="4709160"/>
            <a:ext cx="0" cy="1563624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54696" y="6263640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54696" y="470001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>
            <a:stCxn id="26" idx="0"/>
            <a:endCxn id="27" idx="0"/>
          </p:cNvCxnSpPr>
          <p:nvPr/>
        </p:nvCxnSpPr>
        <p:spPr>
          <a:xfrm flipV="1">
            <a:off x="7863840" y="4709160"/>
            <a:ext cx="0" cy="1563624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374136" y="3831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02736" y="3831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>
            <a:stCxn id="29" idx="0"/>
            <a:endCxn id="30" idx="0"/>
          </p:cNvCxnSpPr>
          <p:nvPr/>
        </p:nvCxnSpPr>
        <p:spPr>
          <a:xfrm>
            <a:off x="3383280" y="3840480"/>
            <a:ext cx="2286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602736" y="3831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51376" y="3831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>
            <a:stCxn id="32" idx="0"/>
            <a:endCxn id="33" idx="0"/>
          </p:cNvCxnSpPr>
          <p:nvPr/>
        </p:nvCxnSpPr>
        <p:spPr>
          <a:xfrm>
            <a:off x="3611880" y="3840480"/>
            <a:ext cx="548639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602736" y="3831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02736" y="2688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>
            <a:stCxn id="35" idx="0"/>
            <a:endCxn id="36" idx="0"/>
          </p:cNvCxnSpPr>
          <p:nvPr/>
        </p:nvCxnSpPr>
        <p:spPr>
          <a:xfrm flipV="1">
            <a:off x="3611880" y="2697480"/>
            <a:ext cx="0" cy="11430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602736" y="2688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74936" y="2688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>
            <a:stCxn id="38" idx="0"/>
            <a:endCxn id="39" idx="0"/>
          </p:cNvCxnSpPr>
          <p:nvPr/>
        </p:nvCxnSpPr>
        <p:spPr>
          <a:xfrm>
            <a:off x="3611880" y="2697480"/>
            <a:ext cx="6172199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37376" y="26883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37376" y="36027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48856" y="360273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>
            <a:stCxn id="41" idx="0"/>
            <a:endCxn id="42" idx="0"/>
          </p:cNvCxnSpPr>
          <p:nvPr/>
        </p:nvCxnSpPr>
        <p:spPr>
          <a:xfrm>
            <a:off x="6446520" y="2697480"/>
            <a:ext cx="0" cy="9144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42" idx="0"/>
            <a:endCxn id="43" idx="0"/>
          </p:cNvCxnSpPr>
          <p:nvPr/>
        </p:nvCxnSpPr>
        <p:spPr>
          <a:xfrm>
            <a:off x="6446520" y="3611880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025896" y="419709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48856" y="419709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>
            <a:stCxn id="46" idx="0"/>
            <a:endCxn id="47" idx="0"/>
          </p:cNvCxnSpPr>
          <p:nvPr/>
        </p:nvCxnSpPr>
        <p:spPr>
          <a:xfrm>
            <a:off x="6035040" y="4206240"/>
            <a:ext cx="8229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860536" y="39227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74936" y="3922776"/>
            <a:ext cx="18288" cy="1828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>
            <a:stCxn id="49" idx="0"/>
            <a:endCxn id="50" idx="0"/>
          </p:cNvCxnSpPr>
          <p:nvPr/>
        </p:nvCxnSpPr>
        <p:spPr>
          <a:xfrm>
            <a:off x="8869680" y="3931920"/>
            <a:ext cx="9144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554480" y="3246120"/>
            <a:ext cx="182880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1905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Compare Predicted and Observed Weather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4471416"/>
            <a:ext cx="49377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A81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60520" y="3246120"/>
            <a:ext cx="187451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1905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Develop and Validate Candidate Model Improvements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4471416"/>
            <a:ext cx="49377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A82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3246120"/>
            <a:ext cx="201167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1905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Package and Archive Assessment and Learning Artifacts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471416"/>
            <a:ext cx="49377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A83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47472"/>
            <a:ext cx="9509759" cy="711403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457200"/>
            <a:ext cx="9509759" cy="3291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A8 — Decompose Assess Weather-Model Performance and Learn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25712" y="7059168"/>
            <a:ext cx="548640" cy="21945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A8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" y="2980944"/>
            <a:ext cx="1152144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F1 Qualified Observations (IER-03)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" y="3520440"/>
            <a:ext cx="1152144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F2 Local Model Estimate (IER-05)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" y="4050791"/>
            <a:ext cx="1152144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F4 Fused Weather State (IER-12)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1426464"/>
            <a:ext cx="1828800" cy="3291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C81 Assessment Criteria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0520" y="1426464"/>
            <a:ext cx="1874519" cy="3291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C82 Model Governance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1426464"/>
            <a:ext cx="2011680" cy="3291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C83 Archival Constraints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54480" y="6327648"/>
            <a:ext cx="1828800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M81 Assessment Analytics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60520" y="6327648"/>
            <a:ext cx="1874519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M82 Model Development Resources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6327648"/>
            <a:ext cx="2011680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M83 Archive Export Services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42832" y="2157984"/>
            <a:ext cx="768096" cy="521207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O4 Weather Assessment (IER-23)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42832" y="3383280"/>
            <a:ext cx="768096" cy="521207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O5 Learning Archive (IER-24)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71616" y="4297680"/>
            <a:ext cx="786384" cy="6949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A8-F1 Candidate Improvement Package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